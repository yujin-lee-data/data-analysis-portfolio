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5669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PROJECT 01 · 검수 · 정합성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8778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서비스 운영 데이터 품질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Olist 공개 이커머스 데이터 기반 운영 데이터 품질 분석 포트폴리오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2635758" cy="54864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99,454건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order_id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7278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7278" y="3063240"/>
            <a:ext cx="2635758" cy="54864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8446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배송 지연 후보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8446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7,827건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446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전체 7.87%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5916" y="3063240"/>
            <a:ext cx="2635758" cy="54864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7084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금액 불일치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7084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250건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7084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검수 후보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4554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4554" y="3063240"/>
            <a:ext cx="2635758" cy="54864"/>
          </a:xfrm>
          <a:prstGeom prst="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5722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우선 점검 1위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5722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금액 불일치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5722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가중 점수 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 초점   주문·결제·배송·판매자 정합성 · 검수 후보 탐지 · 우선순위 기준 설계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40680"/>
            <a:ext cx="11091672" cy="18288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관찰 데이터 분석 / 인과효과 단정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프로젝트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 분석 4개 도메인 포트폴리오에서 이 프로젝트의 위치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DF1D5"/>
          </a:solidFill>
          <a:ln w="19050">
            <a:solidFill>
              <a:srgbClr val="F2B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운영 데이터 품질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08960"/>
            <a:ext cx="22699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주문·결제·배송 정합성과</a:t>
            </a:r>
            <a:br/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오류 후보·검수 우선순위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278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8446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8446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서비스 퍼널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177" y="3108960"/>
            <a:ext cx="243459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행동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흐름·전환율·이탈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5916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7084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비즈니스/커머스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7084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고객·상품·프로모션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반응과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매출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004554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5722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5722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제조/품질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5722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결측·차이·변동성과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우선순위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091672" cy="1005840"/>
          </a:xfrm>
          <a:prstGeom prst="roundRect">
            <a:avLst>
              <a:gd name="adj" fmla="val 5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681728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이 프로젝트의 역할  </a:t>
            </a:r>
            <a:r>
              <a:rPr sz="11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‘데이터가 맞는가’를 먼저 확인하는 운영 데이터 품질·정합성 포트폴리오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분석 설계와 지표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 오류 확정이 아니라 운영자가 추가 확인할 검수 후보로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536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정의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여러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테이블에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흩어진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주문·결제·배송·판매자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정보가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어긋날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때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혼선이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생길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있음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90672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분석 단위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order_id를 기본 단위로 연결하고 seller_id는 보조로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4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69664"/>
            <a:ext cx="4709160" cy="536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해석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원칙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쿠폰·환불·부분취소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등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정책을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알 수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없어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오류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확정이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검수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후보로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제한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주요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2011680"/>
            <a:ext cx="45720" cy="114300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Late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7,827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배송 지연 후보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5692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5692" y="2011680"/>
            <a:ext cx="45720" cy="114300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8572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Date reversal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572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1,382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572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날짜 역전 후보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3319272"/>
            <a:ext cx="45720" cy="114300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Amount mismatch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금액 불일치 후보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5692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65692" y="3319272"/>
            <a:ext cx="45720" cy="114300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8572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우선 1위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8572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Amount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8572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priority 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점수는 실제 기업 정책이 아니라 공개 데이터에서 검수 순서를 정하기 위한 가정입니다.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오류 유형별 발생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배송 흐름·날짜 기준에서 확인이 필요한 후보가 많이 나타남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rror_typ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92299"/>
            <a:ext cx="6437376" cy="357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배송 지연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7,827건 · 전체의 7.87%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날짜 역전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1,382건 · 전체의 1.39%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금액 불일치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250건 · 전체의 0.25%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049536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발생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건수는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배송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지연이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많지만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영향도까지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고려하면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우선순위는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달라질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있습니다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검수 우선순위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발생 건수뿐 아니라 영향도와 긴급도를 함께 고려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riority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92299"/>
            <a:ext cx="6437376" cy="357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금액 불일치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건수는 적지만 결제·정산 확인과 연결되어 우선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날짜 역전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상태값 해석에 혼선을 줄 수 있어 기준 확인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배송 지연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빈도가 높아 고객 경험 관점의 보조 신호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점수는 검수 순서를 정하기 위한 가정이며 실제 기업 정책이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금액·판매자별 확인 사례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오류 확정이 아니라 운영자가 먼저 확인할 사례 후보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금액 불일치 상위 사례</a:t>
            </a:r>
          </a:p>
        </p:txBody>
      </p:sp>
      <p:pic>
        <p:nvPicPr>
          <p:cNvPr id="12" name="Picture 11" descr="amount_mismatch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23694"/>
            <a:ext cx="5157216" cy="32232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판매자별 오류 후보율</a:t>
            </a:r>
          </a:p>
        </p:txBody>
      </p:sp>
      <p:pic>
        <p:nvPicPr>
          <p:cNvPr id="15" name="Picture 14" descr="seller_error_rate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2302764"/>
            <a:ext cx="5157216" cy="286511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쿠폰·포인트·환불·부분취소 정책을 알 수 없으므로 정산 오류로 단정하지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배송 지연과 리뷰 점수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 경험 관련 보조 신호로 해석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배송 지연 여부별 평균 리뷰 점수</a:t>
            </a:r>
          </a:p>
        </p:txBody>
      </p:sp>
      <p:pic>
        <p:nvPicPr>
          <p:cNvPr id="12" name="Picture 11" descr="late_delivery_review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31" y="2057400"/>
            <a:ext cx="4027017" cy="335584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리뷰 점수 분포 비교</a:t>
            </a:r>
          </a:p>
        </p:txBody>
      </p:sp>
      <p:pic>
        <p:nvPicPr>
          <p:cNvPr id="15" name="Picture 14" descr="review_score_distribution_by_late_deli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2123694"/>
            <a:ext cx="5157216" cy="32232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58096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차이는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확인되지만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배송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지연이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낮은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리뷰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점수의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유일한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원인이라고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단정하지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않습니다</a:t>
            </a:r>
            <a:r>
              <a:rPr sz="1000" b="0" dirty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운영 점검 시사점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 결과를 실제 운영 점검 기준으로 연결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4864" cy="141732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19202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정산 전 검수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금액 불일치 후보는 결제·정산 확인 전 우선 점검 대상으로 분리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5916" y="17373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5916" y="1737360"/>
            <a:ext cx="54864" cy="141732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4516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202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날짜 기준 점검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배송·도착·승인일 순서가 어긋나는 사례를 기준화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141732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35204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고객 경험 보조 신호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배송 지연과 리뷰 점수 차이를 CS/배송 점검 후보로 활용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3337560"/>
            <a:ext cx="5454396" cy="141732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5916" y="3337560"/>
            <a:ext cx="54864" cy="1417320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4516" y="35204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4596" y="3520440"/>
            <a:ext cx="44028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반복 점검 로직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SQL/Python으로 재실행 가능한 검수 로직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93776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핵심 역량  </a:t>
            </a:r>
            <a:r>
              <a:rPr sz="110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운영 데이터를 ‘기준 정의 - 후보 탐지 - 우선순위화 - 재현 가능한 코드’로 연결했습니다.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01_operation_data_quality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한계점과 재현 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F2B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공개 데이터 기반 분석의 범위를 명확히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해석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공개 데이터 한계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내부 정책·상태 변경 이력·환불·포인트 정책은 반영하지 못함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6324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오류 확정 아님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추가 확인이 필요한 후보이며 실제 오류 판단은 추가 검증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재현 방법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1168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data/raw에 Olist 원본 CSV를 내려받아 배치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8036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8036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requirements 설치 후 python scripts/run_analysis.py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49039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39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B41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49039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data/processed CSV·figures 이미지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FDF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결과물  </a:t>
            </a: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data/processed CSV, figures 이미지, SQL 점검 쿼리, README/BEGINNER_GUIDE 문서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781</Words>
  <Application>Microsoft Office PowerPoint</Application>
  <PresentationFormat>와이드스크린</PresentationFormat>
  <Paragraphs>144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이유진</cp:lastModifiedBy>
  <cp:revision>8</cp:revision>
  <dcterms:created xsi:type="dcterms:W3CDTF">2013-01-27T09:14:16Z</dcterms:created>
  <dcterms:modified xsi:type="dcterms:W3CDTF">2026-06-06T10:56:52Z</dcterms:modified>
  <cp:category/>
</cp:coreProperties>
</file>