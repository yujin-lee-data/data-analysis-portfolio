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669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PROJECT 02 · 전환 ·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8778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GA4 기반 서비스 퍼널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사용자 행동 흐름을 단계별로 정의하고 서비스 점검 우선순위를 도출한 포트폴리오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2635758" cy="5486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퍼널 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5단계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session_start→purchase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7278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7278" y="3063240"/>
            <a:ext cx="2635758" cy="5486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8446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사용자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8446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267,116명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446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퍼널 시작 기준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5916" y="3063240"/>
            <a:ext cx="2635758" cy="5486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7084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7084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순차 퍼널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7084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단계 통과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4554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4554" y="3063240"/>
            <a:ext cx="2635758" cy="54864"/>
          </a:xfrm>
          <a:prstGeom prst="rect">
            <a:avLst/>
          </a:prstGeom>
          <a:solidFill>
            <a:srgbClr val="1F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5722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핵심 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5722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View→Cart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5722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추가 점검 후보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 초점   전환율 · 이탈률 · 디바이스/카테고리 비교 · 구매자/비구매자 행동 차이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11091672" cy="18288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관찰 데이터 분석 / 인과효과 단정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프로젝트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 분석 4개 도메인 포트폴리오에서 이 프로젝트의 위치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35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5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품질</a:t>
            </a:r>
            <a:endParaRPr sz="135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3108960"/>
            <a:ext cx="22699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주문·결제·배송 정합성과</a:t>
            </a:r>
            <a:br/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오류 후보·검수 우선순위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905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8446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8446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서비스 퍼널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710" y="3108960"/>
            <a:ext cx="243459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행동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흐름·전환율·이탈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5916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7084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비즈니스/커머스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7084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고객·상품·프로모션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반응과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매출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004554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5722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5722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제조/품질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722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결측·차이·변동성과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091672" cy="10058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681728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이 프로젝트의 역할  </a:t>
            </a:r>
            <a:r>
              <a:rPr sz="11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‘사용자가 어디에서 다음 단계로 넘어가지 않는가’를 확인하는 서비스 데이터 분석 포트폴리오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분석 설계와 지표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퍼널은 분석자가 정의한 대표 행동 흐름이며 실제 모든 여정을 대변하지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전환율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이전 단계 사용자 중 다음 단계까지 도달한 비율을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90672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이탈률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다음 단계로 넘어가지 않은 비율을 확인하고 점검 후보를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4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69664"/>
            <a:ext cx="4709160" cy="36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세그먼트·해석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디바이스·카테고리·구매자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여부를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lang="en-US" sz="105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개선이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지점을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제안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주요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2011680"/>
            <a:ext cx="45720" cy="11430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267,116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퍼널 시작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5692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5692" y="2011680"/>
            <a:ext cx="45720" cy="11430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8572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View→Cart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79.5%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이탈률(핵심)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319272"/>
            <a:ext cx="45720" cy="11430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Cart→Checkout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61.8%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이탈률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5692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5692" y="3319272"/>
            <a:ext cx="45720" cy="11430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8572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Checkout→Buy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8572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7.9%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8572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이탈률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주의: 공개 샘플 데이터 기준의 관찰 결과이며 실제 서비스 개선 성과를 의미하지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핵심 결과 1 · 순차 퍼널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상품 조회 이후 장바구니 전환이 약한 구간으로 관찰됨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1_funnel_sequ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0773"/>
            <a:ext cx="6437376" cy="371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상품 상세 → 장바구니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가격·혜택·배송 정보·CTA 위치를 추가 점검할 수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장바구니 → 결제 시작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결제 전 비용 확인·배송 옵션·혜택 적용 흐름 확인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공개 샘플 데이터 기준의 관찰 결과이며 실제 서비스 개선 성과를 의미하지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핵심 결과 2 · 이탈 우선순위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단계별 이탈 규모를 기준으로 추가 확인 구간을 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_dropoff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0773"/>
            <a:ext cx="6437376" cy="371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View → Cart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상품 정보·가격/혜택·장바구니 버튼 노출을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Cart → Checkout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 시작 전 비용·배송·혜택 적용 흐름을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Checkout → Purchase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결제 실패 로그·수단별 오류는 내부 데이터로 추가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이탈 규모는 추가 확인 구간의 점검 우선순위를 정하기 위한 관찰 지표입니다.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핵심 결과 3 · 디바이스와 카테고리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세그먼트 차이는 보조 지표로 사용하고 과도한 단정은 피함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디바이스별 전환 비교</a:t>
            </a:r>
          </a:p>
        </p:txBody>
      </p:sp>
      <p:pic>
        <p:nvPicPr>
          <p:cNvPr id="12" name="Picture 11" descr="03_device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45461"/>
            <a:ext cx="5157216" cy="29797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카테고리별 전환 비교</a:t>
            </a:r>
          </a:p>
        </p:txBody>
      </p:sp>
      <p:pic>
        <p:nvPicPr>
          <p:cNvPr id="15" name="Picture 14" descr="04_category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2245461"/>
            <a:ext cx="5157216" cy="29797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카테고리 분석은 item 파라미터 적재 범위·샘플 데이터 구조의 영향을 받을 수 있어 추가 검증이 필요합니다.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구매자와 비구매자 행동 차이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구매자는 핵심 이벤트 평균 빈도가 전반적으로 높게 관찰됨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5_purchaser_vs_non_purch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0773"/>
            <a:ext cx="6437376" cy="371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행동 강도 차이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조회·장바구니·결제 시작 행동 빈도에서 차이를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분류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목적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아님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구매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발생을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설명하거나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유도했다는</a:t>
            </a:r>
            <a:r>
              <a:rPr lang="ko-KR" alt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의미가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lang="ko-KR" alt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altLang="ko-KR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관찰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재방문·유입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채널·상품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가격대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등내부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연결하면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해석력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관찰 비교 결과이며 구매 발생의 원인을 규명한 것이 아닙니다.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서비스 점검 우선순위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 개선 성과가 아니라 추가 확인해야 할 후보 구간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" cy="141732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19202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View → Cart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상품 상세에서 장바구니로 이어지는 설득 요소를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5916" y="17373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5916" y="1737360"/>
            <a:ext cx="54864" cy="141732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4516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202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Cart → Checkout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결제 전 단계의 비용·배송·혜택 적용 흐름을 점검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141732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35204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Checkout → Purchase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결제 실패 로그·수단별 오류는 내부 로그로 검증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33375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5916" y="3337560"/>
            <a:ext cx="54864" cy="141732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4516" y="3520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4596" y="35204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Segment Check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디바이스·카테고리 차이는 보조 지표로만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237894"/>
            <a:ext cx="106070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 err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150" b="1" dirty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1150" b="1" dirty="0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행동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흐름을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지표로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정의하고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약화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구간을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신중한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관찰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언어로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정리했습니다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02_service_funnel_analysis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한계점과 재현 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공개 GA4 샘플 데이터 기반 분석의 범위를 명확히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해석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해석 한계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 기업 내부 데이터나 실제 성과 개선을 의미하지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6324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퍼널 정의 한계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대표 행동 흐름으로 정의한 것이며 모든 사용자 여정을 포함하지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재현 방법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1168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BigQuery 결과 CSV를 data/actual_bigquery에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8036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8036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requirements 설치 후 python scripts/run_analysis.py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49039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39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5E9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49039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charts 차트·CSV 결과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4374"/>
                </a:solidFill>
                <a:latin typeface="맑은 고딕"/>
                <a:ea typeface="맑은 고딕"/>
                <a:cs typeface="맑은 고딕"/>
              </a:rPr>
              <a:t>결과물  </a:t>
            </a: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퍼널 전환 CSV, 이탈 우선순위 CSV, 디바이스/카테고리/구매자 비교 차트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806</Words>
  <Application>Microsoft Office PowerPoint</Application>
  <PresentationFormat>와이드스크린</PresentationFormat>
  <Paragraphs>149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이유진</cp:lastModifiedBy>
  <cp:revision>8</cp:revision>
  <dcterms:created xsi:type="dcterms:W3CDTF">2013-01-27T09:14:16Z</dcterms:created>
  <dcterms:modified xsi:type="dcterms:W3CDTF">2026-06-06T10:54:27Z</dcterms:modified>
  <cp:category/>
</cp:coreProperties>
</file>